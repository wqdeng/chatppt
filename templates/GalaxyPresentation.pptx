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 showGuides="1">
      <p:cViewPr>
        <p:scale>
          <a:sx n="100" d="100"/>
          <a:sy n="100" d="100"/>
        </p:scale>
        <p:origin x="-48" y="-44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/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/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/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/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/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/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/>
          <p:cNvCxnSpPr/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/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/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/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1810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/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/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/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/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4"/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/>
          <p:cNvCxnSpPr/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Scope="" ma:contentTypeID="0x01010079F111ED35F8CC479449609E8A0923A6" ma:contentTypeDescription="Create a new document." ma:contentTypeVersion="28" ma:contentTypeName="Document" ct:_="" ma:_="" ma:versionID="60f5a4f2d2b0abadcf532d48ebf9cb71">
  <xsd:schema xmlns:p="http://schemas.microsoft.com/office/2006/metadata/properties" xmlns:ns1="http://schemas.microsoft.com/sharepoint/v3" xmlns:ns2="71af3243-3dd4-4a8d-8c0d-dd76da1f02a5" xmlns:xs="http://www.w3.org/2001/XMLSchema" xmlns:ns3="16c05727-aa75-4e4a-9b5f-8a80a1165891" xmlns:ns4="230e9df3-be65-4c73-a93b-d1236ebd677e" xmlns:xsd="http://www.w3.org/2001/XMLSchema" ns2:_="" ns4:_="" ma:root="true" ns1:_="" ns3:_="" targetNamespace="http://schemas.microsoft.com/office/2006/metadata/properties" ma:fieldsID="7dd78129e6a1811f84807ad11c651531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minOccurs="0" ref="ns2:Status"/>
                <xsd:element minOccurs="0" ref="ns2:Image"/>
                <xsd:element minOccurs="0" ref="ns2:MediaServiceMetadata"/>
                <xsd:element minOccurs="0" ref="ns2:MediaServiceFastMetadata"/>
                <xsd:element minOccurs="0" ref="ns2:MediaServiceOCR"/>
                <xsd:element minOccurs="0" ref="ns2:MediaServiceAutoTags"/>
                <xsd:element minOccurs="0" ref="ns2:MediaServiceEventHashCode"/>
                <xsd:element minOccurs="0" ref="ns2:MediaServiceGenerationTime"/>
                <xsd:element minOccurs="0" ref="ns3:SharedWithUsers"/>
                <xsd:element minOccurs="0" ref="ns3:SharedWithDetails"/>
                <xsd:element minOccurs="0" ref="ns2:MediaServiceAutoKeyPoints"/>
                <xsd:element minOccurs="0" ref="ns2:MediaServiceKeyPoints"/>
                <xsd:element minOccurs="0" ref="ns2:MediaServiceDateTaken"/>
                <xsd:element minOccurs="0" ref="ns1:_ip_UnifiedCompliancePolicyProperties"/>
                <xsd:element minOccurs="0" ref="ns1:_ip_UnifiedCompliancePolicyUIAction"/>
                <xsd:element minOccurs="0" ref="ns4:TaxCatchAll"/>
                <xsd:element minOccurs="0" ref="ns2:ImageTagsTaxHTField"/>
                <xsd:element minOccurs="0" ref="ns2:MediaServiceLocation"/>
                <xsd:element minOccurs="0" ref="ns2:MediaLengthInSeconds"/>
                <xsd:element minOccurs="0" ref="ns2:Background"/>
                <xsd:element minOccurs="0" ref="ns2:MediaServiceSearchProperties"/>
                <xsd:element minOccurs="0" ref="ns2:MediaServiceDocTags"/>
                <xsd:element minOccurs="0" ref="ns2:MediaServiceObjectDetectorVersions"/>
                <xsd:element minOccurs="0" ref="ns2:MediaServiceSystemTags"/>
              </xsd:all>
            </xsd:complexType>
          </xsd:element>
        </xsd:sequence>
      </xsd:complexType>
    </xsd:element>
  </xsd:schema>
  <xsd:schema xmlns:xs="http://www.w3.org/2001/XMLSchema" xmlns:xsd="http://www.w3.org/2001/XMLSchema" xmlns:pc="http://schemas.microsoft.com/office/infopath/2007/PartnerControls" xmlns:dms="http://schemas.microsoft.com/office/2006/documentManagement/types" elementFormDefault="qualified" targetNamespace="http://schemas.microsoft.com/sharepoint/v3">
    <xsd:import namespace="http://schemas.microsoft.com/office/2006/documentManagement/types"/>
    <xsd:import namespace="http://schemas.microsoft.com/office/infopath/2007/PartnerControls"/>
    <xsd:element ma:index="20" ma:internalName="_ip_UnifiedCompliancePolicyProperties" ma:hidden="true" ma:displayName="Unified Compliance Policy Properties" name="_ip_UnifiedCompliancePolicyProperties" nillable="true" ma:readOnly="false">
      <xsd:simpleType>
        <xsd:restriction base="dms:Note"/>
      </xsd:simpleType>
    </xsd:element>
    <xsd:element ma:index="21" ma:internalName="_ip_UnifiedCompliancePolicyUIAction" ma:hidden="true" ma:displayName="Unified Compliance Policy UI Action" name="_ip_UnifiedCompliancePolicyUIAction" nillable="true" ma:readOnly="false">
      <xsd:simpleType>
        <xsd:restriction base="dms:Text"/>
      </xsd:simpleType>
    </xsd:element>
  </xsd:schema>
  <xsd:schema xmlns:xs="http://www.w3.org/2001/XMLSchema" xmlns:xsd="http://www.w3.org/2001/XMLSchema" xmlns:pc="http://schemas.microsoft.com/office/infopath/2007/PartnerControls" xmlns:dms="http://schemas.microsoft.com/office/2006/documentManagement/types" elementFormDefault="qualified" targetNamespace="71af3243-3dd4-4a8d-8c0d-dd76da1f02a5">
    <xsd:import namespace="http://schemas.microsoft.com/office/2006/documentManagement/types"/>
    <xsd:import namespace="http://schemas.microsoft.com/office/infopath/2007/PartnerControls"/>
    <xsd:element ma:index="2" ma:format="Dropdown" ma:internalName="Status" ma:displayName="Status" ma:default="Not started" name="Status" nillable="true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ma:index="3" ma:format="Image" ma:internalName="Image" ma:displayName="Image" name="Image" nillable="true" ma:readOnly="false">
      <xsd:complexType>
        <xsd:complexContent>
          <xsd:extension base="dms:URL">
            <xsd:sequence>
              <xsd:element type="dms:ValidUrl" name="Url" nillable="true" minOccurs="0"/>
              <xsd:element type="xsd:string" name="Description" nillable="true"/>
            </xsd:sequence>
          </xsd:extension>
        </xsd:complexContent>
      </xsd:complexType>
    </xsd:element>
    <xsd:element ma:index="8" ma:internalName="MediaServiceMetadata" ma:hidden="true" ma:displayName="MediaServiceMetadata" name="MediaServiceMetadata" nillable="true" ma:readOnly="true">
      <xsd:simpleType>
        <xsd:restriction base="dms:Note"/>
      </xsd:simpleType>
    </xsd:element>
    <xsd:element ma:index="9" ma:internalName="MediaServiceFastMetadata" ma:hidden="true" ma:displayName="MediaServiceFastMetadata" name="MediaServiceFastMetadata" nillable="true" ma:readOnly="true">
      <xsd:simpleType>
        <xsd:restriction base="dms:Note"/>
      </xsd:simpleType>
    </xsd:element>
    <xsd:element ma:index="10" ma:internalName="MediaServiceOCR" ma:hidden="true" ma:displayName="MediaServiceOCR" name="MediaServiceOCR" nillable="true" ma:readOnly="true">
      <xsd:simpleType>
        <xsd:restriction base="dms:Note"/>
      </xsd:simpleType>
    </xsd:element>
    <xsd:element ma:index="11" ma:internalName="MediaServiceAutoTags" ma:hidden="true" ma:displayName="MediaServiceAutoTags" name="MediaServiceAutoTags" nillable="true" ma:readOnly="true">
      <xsd:simpleType>
        <xsd:restriction base="dms:Text"/>
      </xsd:simpleType>
    </xsd:element>
    <xsd:element ma:index="12" ma:internalName="MediaServiceEventHashCode" ma:hidden="true" ma:displayName="MediaServiceEventHashCode" name="MediaServiceEventHashCode" nillable="true" ma:readOnly="true">
      <xsd:simpleType>
        <xsd:restriction base="dms:Text"/>
      </xsd:simpleType>
    </xsd:element>
    <xsd:element ma:index="13" ma:internalName="MediaServiceGenerationTime" ma:hidden="true" ma:displayName="MediaServiceGenerationTime" name="MediaServiceGenerationTime" nillable="true" ma:readOnly="true">
      <xsd:simpleType>
        <xsd:restriction base="dms:Text"/>
      </xsd:simpleType>
    </xsd:element>
    <xsd:element ma:index="16" ma:internalName="MediaServiceAutoKeyPoints" ma:hidden="true" ma:displayName="MediaServiceAutoKeyPoints" name="MediaServiceAutoKeyPoints" nillable="true" ma:readOnly="true">
      <xsd:simpleType>
        <xsd:restriction base="dms:Note"/>
      </xsd:simpleType>
    </xsd:element>
    <xsd:element ma:index="17" ma:internalName="MediaServiceKeyPoints" ma:hidden="true" ma:displayName="KeyPoints" name="MediaServiceKeyPoints" nillable="true" ma:readOnly="false">
      <xsd:simpleType>
        <xsd:restriction base="dms:Note"/>
      </xsd:simpleType>
    </xsd:element>
    <xsd:element ma:index="18" ma:internalName="MediaServiceDateTaken" ma:hidden="true" ma:displayName="MediaServiceDateTaken" name="MediaServiceDateTaken" nillable="true" ma:readOnly="true">
      <xsd:simpleType>
        <xsd:restriction base="dms:Text"/>
      </xsd:simpleType>
    </xsd:element>
    <xsd:element ma:index="25" ma:fieldId="{5cf76f15-5ced-4ddc-b409-7134ff3c332f}" ma:open="true" ma:taxonomy="true" ma:isKeyword="false" ma:termSetId="09814cd3-568e-fe90-9814-8d621ff8fb84" ma:internalName="ImageTagsTaxHTField" ma:taxonomyMulti="true" ma:displayName="Image Tags" name="ImageTagsTaxHTField" nillable="true" ma:taxonomyFieldName="MediaServiceImageTags" ma:sspId="e385fb40-52d4-4fae-9c5b-3e8ff8a5878e" ma:anchorId="fba54fb3-c3e1-fe81-a776-ca4b69148c4d" ma:readOnly="false">
      <xsd:complexType>
        <xsd:sequence>
          <xsd:element maxOccurs="1" minOccurs="0" ref="pc:Terms"/>
        </xsd:sequence>
      </xsd:complexType>
    </xsd:element>
    <xsd:element ma:index="26" ma:internalName="MediaServiceLocation" ma:hidden="true" ma:displayName="Location" name="MediaServiceLocation" nillable="true" ma:readOnly="true">
      <xsd:simpleType>
        <xsd:restriction base="dms:Text"/>
      </xsd:simpleType>
    </xsd:element>
    <xsd:element ma:index="27" ma:internalName="MediaLengthInSeconds" ma:hidden="true" ma:displayName="MediaLengthInSeconds" name="MediaLengthInSeconds" nillable="true" ma:readOnly="true">
      <xsd:simpleType>
        <xsd:restriction base="dms:Unknown"/>
      </xsd:simpleType>
    </xsd:element>
    <xsd:element ma:index="28" ma:format="Dropdown" ma:internalName="Background" ma:displayName="Background" ma:default="0" name="Background" nillable="true">
      <xsd:simpleType>
        <xsd:restriction base="dms:Boolean"/>
      </xsd:simpleType>
    </xsd:element>
    <xsd:element ma:index="29" ma:internalName="MediaServiceSearchProperties" ma:hidden="true" ma:displayName="MediaServiceSearchProperties" name="MediaServiceSearchProperties" nillable="true" ma:readOnly="true">
      <xsd:simpleType>
        <xsd:restriction base="dms:Note"/>
      </xsd:simpleType>
    </xsd:element>
    <xsd:element ma:index="30" ma:internalName="MediaServiceDocTags" ma:hidden="true" ma:displayName="MediaServiceDocTags" name="MediaServiceDocTags" nillable="true" ma:readOnly="true">
      <xsd:simpleType>
        <xsd:restriction base="dms:Note"/>
      </xsd:simpleType>
    </xsd:element>
    <xsd:element ma:index="31" ma:indexed="true" ma:internalName="MediaServiceObjectDetectorVersions" ma:hidden="true" ma:displayName="MediaServiceObjectDetectorVersions" name="MediaServiceObjectDetectorVersions" ma:description="" nillable="true" ma:readOnly="true">
      <xsd:simpleType>
        <xsd:restriction base="dms:Text"/>
      </xsd:simpleType>
    </xsd:element>
    <xsd:element ma:index="32" ma:internalName="MediaServiceSystemTags" ma:hidden="true" ma:displayName="MediaServiceSystemTags" name="MediaServiceSystemTags" nillable="true" ma:readOnly="true">
      <xsd:simpleType>
        <xsd:restriction base="dms:Note"/>
      </xsd:simpleType>
    </xsd:element>
  </xsd:schema>
  <xsd:schema xmlns:xs="http://www.w3.org/2001/XMLSchema" xmlns:xsd="http://www.w3.org/2001/XMLSchema" xmlns:pc="http://schemas.microsoft.com/office/infopath/2007/PartnerControls" xmlns:dms="http://schemas.microsoft.com/office/2006/documentManagement/types" elementFormDefault="qualified" targetNamespace="16c05727-aa75-4e4a-9b5f-8a80a1165891">
    <xsd:import namespace="http://schemas.microsoft.com/office/2006/documentManagement/types"/>
    <xsd:import namespace="http://schemas.microsoft.com/office/infopath/2007/PartnerControls"/>
    <xsd:element ma:index="14" ma:internalName="SharedWithUsers" ma:hidden="true" ma:displayName="Shared With" name="SharedWithUsers" nillable="true" ma:readOnly="true">
      <xsd:complexType>
        <xsd:complexContent>
          <xsd:extension base="dms:UserMulti">
            <xsd:sequence>
              <xsd:element name="UserInfo" maxOccurs="unbounded" minOccurs="0">
                <xsd:complexType>
                  <xsd:sequence>
                    <xsd:element type="xsd:string" name="DisplayName" minOccurs="0"/>
                    <xsd:element type="dms:UserId" name="AccountId" nillable="true" minOccurs="0"/>
                    <xsd:element type="xsd:string" name="AccountType" minOccurs="0"/>
                  </xsd:sequence>
                </xsd:complexType>
              </xsd:element>
            </xsd:sequence>
          </xsd:extension>
        </xsd:complexContent>
      </xsd:complexType>
    </xsd:element>
    <xsd:element ma:index="15" ma:internalName="SharedWithDetails" ma:hidden="true" ma:displayName="Shared With Details" name="SharedWithDetails" nillable="true" ma:readOnly="true">
      <xsd:simpleType>
        <xsd:restriction base="dms:Note"/>
      </xsd:simpleType>
    </xsd:element>
  </xsd:schema>
  <xsd:schema xmlns:xs="http://www.w3.org/2001/XMLSchema" xmlns:xsd="http://www.w3.org/2001/XMLSchema" xmlns:pc="http://schemas.microsoft.com/office/infopath/2007/PartnerControls" xmlns:dms="http://schemas.microsoft.com/office/2006/documentManagement/types" elementFormDefault="qualified" targetNamespace="230e9df3-be65-4c73-a93b-d1236ebd677e">
    <xsd:import namespace="http://schemas.microsoft.com/office/2006/documentManagement/types"/>
    <xsd:import namespace="http://schemas.microsoft.com/office/infopath/2007/PartnerControls"/>
    <xsd:element ma:index="23" ma:internalName="TaxCatchAll" ma:web="16c05727-aa75-4e4a-9b5f-8a80a1165891" ma:hidden="true" ma:displayName="Taxonomy Catch All Column" name="TaxCatchAll" nillable="true" ma:readOnly="false" ma:list="{3f6bfcbc-3db3-4ae6-bd76-326f0798ad28}" ma:showField="CatchAllData">
      <xsd:complexType>
        <xsd:complexContent>
          <xsd:extension base="dms:MultiChoiceLookup">
            <xsd:sequence>
              <xsd:element type="dms:Lookup" name="Value" maxOccurs="unbounded" nillable="true" minOccurs="0"/>
            </xsd:sequence>
          </xsd:extension>
        </xsd:complexContent>
      </xsd:complexType>
    </xsd:element>
  </xsd:schema>
  <xsd:schema xmlns:dc="http://purl.org/dc/elements/1.1/" xmlns:dcterms="http://purl.org/dc/terms/" xmlns:odoc="http://schemas.microsoft.com/internal/obd" xmlns:xsd="http://www.w3.org/2001/XMLSchema" xmlns="http://schemas.openxmlformats.org/package/2006/metadata/core-properties" xmlns:xsi="http://www.w3.org/2001/XMLSchema-instance" blockDefault="#all" elementFormDefault="qualified" attributeFormDefault="unqualified" targetNamespace="http://schemas.openxmlformats.org/package/2006/metadata/core-properties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maxOccurs="1" minOccurs="0" ref="dc:creator"/>
        <xsd:element maxOccurs="1" minOccurs="0" ref="dcterms:created"/>
        <xsd:element maxOccurs="1" minOccurs="0" ref="dc:identifier"/>
        <xsd:element type="xsd:string" ma:displayName="Content Type" name="contentType" maxOccurs="1" minOccurs="0"/>
        <xsd:element ma:index="1" ma:displayName="Title" maxOccurs="1" minOccurs="0" ref="dc:title"/>
        <xsd:element maxOccurs="1" minOccurs="0" ref="dc:subject"/>
        <xsd:element maxOccurs="1" minOccurs="0" ref="dc:description"/>
        <xsd:element type="xsd:string" name="keywords" maxOccurs="1" minOccurs="0"/>
        <xsd:element maxOccurs="1" minOccurs="0" ref="dc:language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name="lastModifiedBy" maxOccurs="1" minOccurs="0"/>
        <xsd:element maxOccurs="1" minOccurs="0" ref="dcterms:modified"/>
        <xsd:element type="xsd:string" name="contentStatus" maxOccurs="1" minOccurs="0"/>
      </xsd:all>
    </xsd:complexType>
  </xsd:schema>
  <xs:schema xmlns:xs="http://www.w3.org/2001/XMLSchema" xmlns:pc="http://schemas.microsoft.com/office/infopath/2007/PartnerControls" elementFormDefault="qualified" attributeFormDefault="un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maxOccurs="unbounded" minOccurs="0" ref="pc:BDCEntity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maxOccurs="unbounded" minOccurs="0" ref="pc:TermInfo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5F9F641-3334-4981-BACF-D4CA6882CEC9}">
  <ds:schemaRefs/>
</ds:datastoreItem>
</file>

<file path=customXml/itemProps2.xml><?xml version="1.0" encoding="utf-8"?>
<ds:datastoreItem xmlns:ds="http://schemas.openxmlformats.org/officeDocument/2006/customXml" ds:itemID="{4B16729F-0CF3-48D0-9AFD-AAAEB430921C}">
  <ds:schemaRefs/>
</ds:datastoreItem>
</file>

<file path=customXml/itemProps3.xml><?xml version="1.0" encoding="utf-8"?>
<ds:datastoreItem xmlns:ds="http://schemas.openxmlformats.org/officeDocument/2006/customXml" ds:itemID="{D5544979-59F0-4F8D-AA35-90255837C7E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5" baseType="lpstr">
      <vt:lpstr>Arial</vt:lpstr>
      <vt:lpstr>宋体</vt:lpstr>
      <vt:lpstr>Wingdings</vt:lpstr>
      <vt:lpstr>Univers</vt:lpstr>
      <vt:lpstr>苹方-简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汉仪中等线KW</vt:lpstr>
      <vt:lpstr>汉仪书宋二KW</vt:lpstr>
      <vt:lpstr>GradientVTI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wqdeng</cp:lastModifiedBy>
  <cp:revision>2</cp:revision>
  <dcterms:created xsi:type="dcterms:W3CDTF">2025-08-16T13:20:44Z</dcterms:created>
  <dcterms:modified xsi:type="dcterms:W3CDTF">2025-08-16T13:20:44Z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36A8F21E94DC0557CE80A068B276E8A0_42</vt:lpwstr>
  </property>
  <property fmtid="{D5CDD505-2E9C-101B-9397-08002B2CF9AE}" pid="4" name="KSOProductBuildVer">
    <vt:lpwstr>2052-12.1.22218.22218</vt:lpwstr>
  </property>
</Properties>
</file>