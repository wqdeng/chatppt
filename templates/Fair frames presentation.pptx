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 autoAdjust="0"/>
  </p:normalViewPr>
  <p:slideViewPr>
    <p:cSldViewPr snapToGrid="0">
      <p:cViewPr>
        <p:scale>
          <a:sx n="100" d="100"/>
          <a:sy n="100" d="100"/>
        </p:scale>
        <p:origin x="-216" y="-538"/>
      </p:cViewPr>
      <p:guideLst/>
    </p:cSldViewPr>
  </p:slideViewPr>
  <p:outlineViewPr>
    <p:cViewPr>
      <p:scale>
        <a:sx n="33" d="100"/>
        <a:sy n="33" d="100"/>
      </p:scale>
      <p:origin x="0" y="-116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2.xml"/><Relationship Id="rId8" Type="http://schemas.openxmlformats.org/officeDocument/2006/relationships/customXml" Target="../customXml/item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3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0" Type="http://schemas.openxmlformats.org/officeDocument/2006/relationships/customXml" Target="../customXml/item3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4B9C3D-A6AA-4477-AC5E-4C46DDCA9DCD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DE28C3-D699-4CA0-B343-5111DC59199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38646-CEA8-41F9-BD9F-D1FA107D99CC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040C8-62D2-4EA7-B200-D3B8C06AAFD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9683715" y="0"/>
            <a:ext cx="2497331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0"/>
            <a:ext cx="2527294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27301" y="1748633"/>
            <a:ext cx="7156415" cy="3360734"/>
          </a:xfrm>
        </p:spPr>
        <p:txBody>
          <a:bodyPr tIns="0" bIns="0" anchor="ctr">
            <a:no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1971692" y="254794"/>
            <a:ext cx="8248616" cy="6367462"/>
            <a:chOff x="1689101" y="254794"/>
            <a:chExt cx="8248616" cy="6367462"/>
          </a:xfrm>
        </p:grpSpPr>
        <p:cxnSp>
          <p:nvCxnSpPr>
            <p:cNvPr id="6" name="Straight Connector 5"/>
            <p:cNvCxnSpPr/>
            <p:nvPr userDrawn="1"/>
          </p:nvCxnSpPr>
          <p:spPr>
            <a:xfrm>
              <a:off x="1689101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1689101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>
              <a:off x="9937717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 userDrawn="1"/>
          </p:nvCxnSpPr>
          <p:spPr>
            <a:xfrm>
              <a:off x="9937717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 userDrawn="1"/>
        </p:nvGrpSpPr>
        <p:grpSpPr>
          <a:xfrm>
            <a:off x="1971690" y="1543050"/>
            <a:ext cx="8248611" cy="3771900"/>
            <a:chOff x="2517792" y="1651000"/>
            <a:chExt cx="7165925" cy="3771900"/>
          </a:xfrm>
        </p:grpSpPr>
        <p:cxnSp>
          <p:nvCxnSpPr>
            <p:cNvPr id="12" name="Straight Connector 11"/>
            <p:cNvCxnSpPr/>
            <p:nvPr userDrawn="1"/>
          </p:nvCxnSpPr>
          <p:spPr>
            <a:xfrm>
              <a:off x="2527301" y="16510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2517792" y="54229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1031"/>
          <a:stretch>
            <a:fillRect/>
          </a:stretch>
        </p:blipFill>
        <p:spPr>
          <a:xfrm rot="16200000">
            <a:off x="7083880" y="1749876"/>
            <a:ext cx="6858000" cy="3358241"/>
          </a:xfrm>
          <a:prstGeom prst="rect">
            <a:avLst/>
          </a:prstGeom>
        </p:spPr>
      </p:pic>
      <p:pic>
        <p:nvPicPr>
          <p:cNvPr id="3" name="Graphic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1667"/>
          <a:stretch>
            <a:fillRect/>
          </a:stretch>
        </p:blipFill>
        <p:spPr>
          <a:xfrm rot="5400000">
            <a:off x="-742950" y="742950"/>
            <a:ext cx="6858000" cy="5372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5372100" y="892175"/>
            <a:ext cx="3461659" cy="5073650"/>
          </a:xfrm>
          <a:effectLst/>
        </p:spPr>
        <p:txBody>
          <a:bodyPr anchor="ctr">
            <a:normAutofit/>
          </a:bodyPr>
          <a:lstStyle>
            <a:lvl1pPr marL="0" indent="0" algn="ctr">
              <a:spcAft>
                <a:spcPts val="600"/>
              </a:spcAft>
              <a:buNone/>
              <a:defRPr sz="2400">
                <a:solidFill>
                  <a:schemeClr val="tx2"/>
                </a:solidFill>
              </a:defRPr>
            </a:lvl1pPr>
            <a:lvl2pPr marL="2286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2pPr>
            <a:lvl3pPr marL="4572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3pPr>
            <a:lvl4pPr marL="6858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4pPr>
            <a:lvl5pPr marL="9144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0"/>
          </p:nvPr>
        </p:nvSpPr>
        <p:spPr>
          <a:xfrm>
            <a:off x="2" y="0"/>
            <a:ext cx="12191999" cy="6858000"/>
          </a:xfrm>
          <a:custGeom>
            <a:avLst/>
            <a:gdLst>
              <a:gd name="connsiteX0" fmla="*/ 9664698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9664698 w 12191999"/>
              <a:gd name="connsiteY3" fmla="*/ 6858000 h 6858000"/>
              <a:gd name="connsiteX4" fmla="*/ 0 w 12191999"/>
              <a:gd name="connsiteY4" fmla="*/ 0 h 6858000"/>
              <a:gd name="connsiteX5" fmla="*/ 2551176 w 12191999"/>
              <a:gd name="connsiteY5" fmla="*/ 0 h 6858000"/>
              <a:gd name="connsiteX6" fmla="*/ 2551176 w 12191999"/>
              <a:gd name="connsiteY6" fmla="*/ 6858000 h 6858000"/>
              <a:gd name="connsiteX7" fmla="*/ 0 w 121919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858000">
                <a:moveTo>
                  <a:pt x="9664698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9664698" y="6858000"/>
                </a:lnTo>
                <a:close/>
                <a:moveTo>
                  <a:pt x="0" y="0"/>
                </a:moveTo>
                <a:lnTo>
                  <a:pt x="2551176" y="0"/>
                </a:lnTo>
                <a:lnTo>
                  <a:pt x="2551176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27301" y="1747287"/>
            <a:ext cx="7156415" cy="3363427"/>
          </a:xfrm>
        </p:spPr>
        <p:txBody>
          <a:bodyPr tIns="0" bIns="0" anchor="ctr">
            <a:noAutofit/>
          </a:bodyPr>
          <a:lstStyle>
            <a:lvl1pPr algn="ctr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47888"/>
          <a:stretch>
            <a:fillRect/>
          </a:stretch>
        </p:blipFill>
        <p:spPr>
          <a:xfrm rot="16200000">
            <a:off x="6976110" y="1642110"/>
            <a:ext cx="6858000" cy="3573780"/>
          </a:xfrm>
          <a:prstGeom prst="rect">
            <a:avLst/>
          </a:prstGeom>
        </p:spPr>
      </p:pic>
      <p:pic>
        <p:nvPicPr>
          <p:cNvPr id="13" name="Graphic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47888"/>
          <a:stretch>
            <a:fillRect/>
          </a:stretch>
        </p:blipFill>
        <p:spPr>
          <a:xfrm rot="5400000">
            <a:off x="-1718310" y="1646872"/>
            <a:ext cx="6858000" cy="357378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9683717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9683717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 userDrawn="1"/>
        </p:nvGrpSpPr>
        <p:grpSpPr>
          <a:xfrm>
            <a:off x="2517792" y="1543050"/>
            <a:ext cx="7165925" cy="3771900"/>
            <a:chOff x="2517792" y="1651000"/>
            <a:chExt cx="7165925" cy="3771900"/>
          </a:xfrm>
        </p:grpSpPr>
        <p:cxnSp>
          <p:nvCxnSpPr>
            <p:cNvPr id="12" name="Straight Connector 11"/>
            <p:cNvCxnSpPr/>
            <p:nvPr userDrawn="1"/>
          </p:nvCxnSpPr>
          <p:spPr>
            <a:xfrm>
              <a:off x="2527301" y="16510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2517792" y="54229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7301" y="1786422"/>
            <a:ext cx="7156415" cy="2260117"/>
          </a:xfrm>
        </p:spPr>
        <p:txBody>
          <a:bodyPr tIns="0" bIns="0" anchor="b">
            <a:noAutofit/>
          </a:bodyPr>
          <a:lstStyle>
            <a:lvl1pPr algn="ctr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527299" y="4145100"/>
            <a:ext cx="7137395" cy="73501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1" y="0"/>
            <a:ext cx="4405568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4851400" y="892175"/>
            <a:ext cx="6617592" cy="5073650"/>
          </a:xfrm>
          <a:effectLst/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2pPr>
            <a:lvl3pPr marL="4572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3pPr>
            <a:lvl4pPr marL="6858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4pPr>
            <a:lvl5pPr marL="9144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1" y="0"/>
            <a:ext cx="4405568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</a:fld>
            <a:endParaRPr 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>
          <a:xfrm>
            <a:off x="2676254" y="925830"/>
            <a:ext cx="8928000" cy="5040000"/>
          </a:xfrm>
        </p:spPr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3086100 h 6858000"/>
              <a:gd name="connsiteX1" fmla="*/ 4375405 w 12192000"/>
              <a:gd name="connsiteY1" fmla="*/ 6858000 h 6858000"/>
              <a:gd name="connsiteX2" fmla="*/ 0 w 12192000"/>
              <a:gd name="connsiteY2" fmla="*/ 6858000 h 6858000"/>
              <a:gd name="connsiteX3" fmla="*/ 7816598 w 12192000"/>
              <a:gd name="connsiteY3" fmla="*/ 0 h 6858000"/>
              <a:gd name="connsiteX4" fmla="*/ 12192000 w 12192000"/>
              <a:gd name="connsiteY4" fmla="*/ 0 h 6858000"/>
              <a:gd name="connsiteX5" fmla="*/ 12192000 w 12192000"/>
              <a:gd name="connsiteY5" fmla="*/ 37718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3086100"/>
                </a:moveTo>
                <a:lnTo>
                  <a:pt x="4375405" y="6858000"/>
                </a:lnTo>
                <a:lnTo>
                  <a:pt x="0" y="6858000"/>
                </a:lnTo>
                <a:close/>
                <a:moveTo>
                  <a:pt x="7816598" y="0"/>
                </a:moveTo>
                <a:lnTo>
                  <a:pt x="12192000" y="0"/>
                </a:lnTo>
                <a:lnTo>
                  <a:pt x="12192000" y="377189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27301" y="1786421"/>
            <a:ext cx="7156415" cy="2258568"/>
          </a:xfrm>
        </p:spPr>
        <p:txBody>
          <a:bodyPr tIns="0" bIns="0" anchor="b">
            <a:noAutofit/>
          </a:bodyPr>
          <a:lstStyle>
            <a:lvl1pPr algn="ctr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527299" y="4142232"/>
            <a:ext cx="7156415" cy="73501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: Shape 38"/>
          <p:cNvSpPr/>
          <p:nvPr userDrawn="1"/>
        </p:nvSpPr>
        <p:spPr>
          <a:xfrm>
            <a:off x="0" y="0"/>
            <a:ext cx="3987468" cy="6858000"/>
          </a:xfrm>
          <a:custGeom>
            <a:avLst/>
            <a:gdLst>
              <a:gd name="connsiteX0" fmla="*/ 0 w 3987468"/>
              <a:gd name="connsiteY0" fmla="*/ 0 h 6858000"/>
              <a:gd name="connsiteX1" fmla="*/ 2450595 w 3987468"/>
              <a:gd name="connsiteY1" fmla="*/ 0 h 6858000"/>
              <a:gd name="connsiteX2" fmla="*/ 2774950 w 3987468"/>
              <a:gd name="connsiteY2" fmla="*/ 0 h 6858000"/>
              <a:gd name="connsiteX3" fmla="*/ 3146901 w 3987468"/>
              <a:gd name="connsiteY3" fmla="*/ 0 h 6858000"/>
              <a:gd name="connsiteX4" fmla="*/ 3152237 w 3987468"/>
              <a:gd name="connsiteY4" fmla="*/ 1372 h 6858000"/>
              <a:gd name="connsiteX5" fmla="*/ 3987468 w 3987468"/>
              <a:gd name="connsiteY5" fmla="*/ 1136650 h 6858000"/>
              <a:gd name="connsiteX6" fmla="*/ 3261452 w 3987468"/>
              <a:gd name="connsiteY6" fmla="*/ 2231955 h 6858000"/>
              <a:gd name="connsiteX7" fmla="*/ 3097572 w 3987468"/>
              <a:gd name="connsiteY7" fmla="*/ 2282826 h 6858000"/>
              <a:gd name="connsiteX8" fmla="*/ 3261452 w 3987468"/>
              <a:gd name="connsiteY8" fmla="*/ 2333697 h 6858000"/>
              <a:gd name="connsiteX9" fmla="*/ 3987468 w 3987468"/>
              <a:gd name="connsiteY9" fmla="*/ 3429001 h 6858000"/>
              <a:gd name="connsiteX10" fmla="*/ 3261452 w 3987468"/>
              <a:gd name="connsiteY10" fmla="*/ 4524306 h 6858000"/>
              <a:gd name="connsiteX11" fmla="*/ 3097574 w 3987468"/>
              <a:gd name="connsiteY11" fmla="*/ 4575176 h 6858000"/>
              <a:gd name="connsiteX12" fmla="*/ 3261452 w 3987468"/>
              <a:gd name="connsiteY12" fmla="*/ 4626047 h 6858000"/>
              <a:gd name="connsiteX13" fmla="*/ 3987468 w 3987468"/>
              <a:gd name="connsiteY13" fmla="*/ 5721351 h 6858000"/>
              <a:gd name="connsiteX14" fmla="*/ 3152237 w 3987468"/>
              <a:gd name="connsiteY14" fmla="*/ 6856629 h 6858000"/>
              <a:gd name="connsiteX15" fmla="*/ 3146905 w 3987468"/>
              <a:gd name="connsiteY15" fmla="*/ 6858000 h 6858000"/>
              <a:gd name="connsiteX16" fmla="*/ 2774950 w 3987468"/>
              <a:gd name="connsiteY16" fmla="*/ 6858000 h 6858000"/>
              <a:gd name="connsiteX17" fmla="*/ 2450591 w 3987468"/>
              <a:gd name="connsiteY17" fmla="*/ 6858000 h 6858000"/>
              <a:gd name="connsiteX18" fmla="*/ 0 w 3987468"/>
              <a:gd name="connsiteY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987468" h="6858000">
                <a:moveTo>
                  <a:pt x="0" y="0"/>
                </a:moveTo>
                <a:lnTo>
                  <a:pt x="2450595" y="0"/>
                </a:lnTo>
                <a:lnTo>
                  <a:pt x="2774950" y="0"/>
                </a:lnTo>
                <a:lnTo>
                  <a:pt x="3146901" y="0"/>
                </a:lnTo>
                <a:lnTo>
                  <a:pt x="3152237" y="1372"/>
                </a:lnTo>
                <a:cubicBezTo>
                  <a:pt x="3636128" y="151878"/>
                  <a:pt x="3987468" y="603234"/>
                  <a:pt x="3987468" y="1136650"/>
                </a:cubicBezTo>
                <a:cubicBezTo>
                  <a:pt x="3987468" y="1629034"/>
                  <a:pt x="3688101" y="2051497"/>
                  <a:pt x="3261452" y="2231955"/>
                </a:cubicBezTo>
                <a:lnTo>
                  <a:pt x="3097572" y="2282826"/>
                </a:lnTo>
                <a:lnTo>
                  <a:pt x="3261452" y="2333697"/>
                </a:lnTo>
                <a:cubicBezTo>
                  <a:pt x="3688101" y="2514154"/>
                  <a:pt x="3987468" y="2936617"/>
                  <a:pt x="3987468" y="3429001"/>
                </a:cubicBezTo>
                <a:cubicBezTo>
                  <a:pt x="3987468" y="3921385"/>
                  <a:pt x="3688101" y="4343848"/>
                  <a:pt x="3261452" y="4524306"/>
                </a:cubicBezTo>
                <a:lnTo>
                  <a:pt x="3097574" y="4575176"/>
                </a:lnTo>
                <a:lnTo>
                  <a:pt x="3261452" y="4626047"/>
                </a:lnTo>
                <a:cubicBezTo>
                  <a:pt x="3688101" y="4806504"/>
                  <a:pt x="3987468" y="5228967"/>
                  <a:pt x="3987468" y="5721351"/>
                </a:cubicBezTo>
                <a:cubicBezTo>
                  <a:pt x="3987468" y="6254767"/>
                  <a:pt x="3636128" y="6706123"/>
                  <a:pt x="3152237" y="6856629"/>
                </a:cubicBezTo>
                <a:lnTo>
                  <a:pt x="3146905" y="6858000"/>
                </a:lnTo>
                <a:lnTo>
                  <a:pt x="2774950" y="6858000"/>
                </a:lnTo>
                <a:lnTo>
                  <a:pt x="245059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</a:fld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465411" y="765810"/>
            <a:ext cx="7029933" cy="2471470"/>
          </a:xfrm>
        </p:spPr>
        <p:txBody>
          <a:bodyPr>
            <a:normAutofit/>
          </a:bodyPr>
          <a:lstStyle>
            <a:lvl1pPr marL="0" indent="0"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>
              <a:spcAft>
                <a:spcPts val="600"/>
              </a:spcAft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24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465411" y="3599130"/>
            <a:ext cx="7029933" cy="2471470"/>
          </a:xfrm>
        </p:spPr>
        <p:txBody>
          <a:bodyPr>
            <a:normAutofit/>
          </a:bodyPr>
          <a:lstStyle>
            <a:lvl1pPr marL="0" indent="0"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>
              <a:spcAft>
                <a:spcPts val="600"/>
              </a:spcAft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/>
          <p:cNvSpPr/>
          <p:nvPr userDrawn="1"/>
        </p:nvSpPr>
        <p:spPr>
          <a:xfrm>
            <a:off x="0" y="-29052"/>
            <a:ext cx="3634741" cy="6949440"/>
          </a:xfrm>
          <a:custGeom>
            <a:avLst/>
            <a:gdLst>
              <a:gd name="connsiteX0" fmla="*/ 160021 w 3634741"/>
              <a:gd name="connsiteY0" fmla="*/ 0 h 6949440"/>
              <a:gd name="connsiteX1" fmla="*/ 3634741 w 3634741"/>
              <a:gd name="connsiteY1" fmla="*/ 3474720 h 6949440"/>
              <a:gd name="connsiteX2" fmla="*/ 160021 w 3634741"/>
              <a:gd name="connsiteY2" fmla="*/ 6949440 h 6949440"/>
              <a:gd name="connsiteX3" fmla="*/ 0 w 3634741"/>
              <a:gd name="connsiteY3" fmla="*/ 6941360 h 6949440"/>
              <a:gd name="connsiteX4" fmla="*/ 0 w 3634741"/>
              <a:gd name="connsiteY4" fmla="*/ 8081 h 694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4741" h="6949440">
                <a:moveTo>
                  <a:pt x="160021" y="0"/>
                </a:moveTo>
                <a:cubicBezTo>
                  <a:pt x="2079056" y="0"/>
                  <a:pt x="3634741" y="1555685"/>
                  <a:pt x="3634741" y="3474720"/>
                </a:cubicBezTo>
                <a:cubicBezTo>
                  <a:pt x="3634741" y="5393755"/>
                  <a:pt x="2079056" y="6949440"/>
                  <a:pt x="160021" y="6949440"/>
                </a:cubicBezTo>
                <a:lnTo>
                  <a:pt x="0" y="6941360"/>
                </a:lnTo>
                <a:lnTo>
                  <a:pt x="0" y="8081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</a:fld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080572" y="1483837"/>
            <a:ext cx="2929829" cy="3890326"/>
          </a:xfrm>
        </p:spPr>
        <p:txBody>
          <a:bodyPr>
            <a:normAutofit/>
          </a:bodyPr>
          <a:lstStyle>
            <a:lvl1pPr marL="285750" indent="-285750">
              <a:spcAft>
                <a:spcPts val="600"/>
              </a:spcAft>
              <a:buFont typeface="Arial" panose="020B060402020209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514350" indent="-285750">
              <a:spcAft>
                <a:spcPts val="600"/>
              </a:spcAft>
              <a:buFont typeface="Arial" panose="020B0604020202090204" pitchFamily="34" charset="0"/>
              <a:buChar char="•"/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24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7261226" y="1483837"/>
            <a:ext cx="4234117" cy="3890326"/>
          </a:xfrm>
        </p:spPr>
        <p:txBody>
          <a:bodyPr>
            <a:normAutofit/>
          </a:bodyPr>
          <a:lstStyle>
            <a:lvl1pPr marL="0" indent="0">
              <a:spcAft>
                <a:spcPts val="600"/>
              </a:spcAft>
              <a:buFont typeface="Arial" panose="020B0604020202090204" pitchFamily="34" charset="0"/>
              <a:buNone/>
              <a:defRPr sz="1800">
                <a:solidFill>
                  <a:schemeClr val="tx2"/>
                </a:solidFill>
              </a:defRPr>
            </a:lvl1pPr>
            <a:lvl2pPr marL="283210" indent="-283210">
              <a:spcAft>
                <a:spcPts val="600"/>
              </a:spcAft>
              <a:buFont typeface="Arial" panose="020B0604020202090204" pitchFamily="34" charset="0"/>
              <a:buChar char="•"/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/>
          <p:cNvSpPr/>
          <p:nvPr userDrawn="1"/>
        </p:nvSpPr>
        <p:spPr>
          <a:xfrm>
            <a:off x="0" y="-29052"/>
            <a:ext cx="3634741" cy="6949440"/>
          </a:xfrm>
          <a:custGeom>
            <a:avLst/>
            <a:gdLst>
              <a:gd name="connsiteX0" fmla="*/ 160021 w 3634741"/>
              <a:gd name="connsiteY0" fmla="*/ 0 h 6949440"/>
              <a:gd name="connsiteX1" fmla="*/ 3634741 w 3634741"/>
              <a:gd name="connsiteY1" fmla="*/ 3474720 h 6949440"/>
              <a:gd name="connsiteX2" fmla="*/ 160021 w 3634741"/>
              <a:gd name="connsiteY2" fmla="*/ 6949440 h 6949440"/>
              <a:gd name="connsiteX3" fmla="*/ 0 w 3634741"/>
              <a:gd name="connsiteY3" fmla="*/ 6941360 h 6949440"/>
              <a:gd name="connsiteX4" fmla="*/ 0 w 3634741"/>
              <a:gd name="connsiteY4" fmla="*/ 8081 h 694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4741" h="6949440">
                <a:moveTo>
                  <a:pt x="160021" y="0"/>
                </a:moveTo>
                <a:cubicBezTo>
                  <a:pt x="2079056" y="0"/>
                  <a:pt x="3634741" y="1555685"/>
                  <a:pt x="3634741" y="3474720"/>
                </a:cubicBezTo>
                <a:cubicBezTo>
                  <a:pt x="3634741" y="5393755"/>
                  <a:pt x="2079056" y="6949440"/>
                  <a:pt x="160021" y="6949440"/>
                </a:cubicBezTo>
                <a:lnTo>
                  <a:pt x="0" y="6941360"/>
                </a:lnTo>
                <a:lnTo>
                  <a:pt x="0" y="8081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4108481" y="892176"/>
            <a:ext cx="4578319" cy="5073648"/>
          </a:xfrm>
          <a:effectLst/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2pPr>
            <a:lvl3pPr marL="4572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3pPr>
            <a:lvl4pPr marL="6858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4pPr>
            <a:lvl5pPr marL="9144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9042400" y="892176"/>
            <a:ext cx="2430462" cy="5073648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Rectangle 19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/>
          <p:cNvSpPr/>
          <p:nvPr userDrawn="1"/>
        </p:nvSpPr>
        <p:spPr>
          <a:xfrm>
            <a:off x="0" y="-29052"/>
            <a:ext cx="3634741" cy="6949440"/>
          </a:xfrm>
          <a:custGeom>
            <a:avLst/>
            <a:gdLst>
              <a:gd name="connsiteX0" fmla="*/ 160021 w 3634741"/>
              <a:gd name="connsiteY0" fmla="*/ 0 h 6949440"/>
              <a:gd name="connsiteX1" fmla="*/ 3634741 w 3634741"/>
              <a:gd name="connsiteY1" fmla="*/ 3474720 h 6949440"/>
              <a:gd name="connsiteX2" fmla="*/ 160021 w 3634741"/>
              <a:gd name="connsiteY2" fmla="*/ 6949440 h 6949440"/>
              <a:gd name="connsiteX3" fmla="*/ 0 w 3634741"/>
              <a:gd name="connsiteY3" fmla="*/ 6941360 h 6949440"/>
              <a:gd name="connsiteX4" fmla="*/ 0 w 3634741"/>
              <a:gd name="connsiteY4" fmla="*/ 8081 h 694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4741" h="6949440">
                <a:moveTo>
                  <a:pt x="160021" y="0"/>
                </a:moveTo>
                <a:cubicBezTo>
                  <a:pt x="2079056" y="0"/>
                  <a:pt x="3634741" y="1555685"/>
                  <a:pt x="3634741" y="3474720"/>
                </a:cubicBezTo>
                <a:cubicBezTo>
                  <a:pt x="3634741" y="5393755"/>
                  <a:pt x="2079056" y="6949440"/>
                  <a:pt x="160021" y="6949440"/>
                </a:cubicBezTo>
                <a:lnTo>
                  <a:pt x="0" y="6941360"/>
                </a:lnTo>
                <a:lnTo>
                  <a:pt x="0" y="8081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3065780" y="320040"/>
            <a:ext cx="7758430" cy="1026160"/>
          </a:xfrm>
          <a:effectLst/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2pPr>
            <a:lvl3pPr marL="4572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3pPr>
            <a:lvl4pPr marL="6858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4pPr>
            <a:lvl5pPr marL="9144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3714115" y="1616710"/>
            <a:ext cx="7758430" cy="495046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Rectangle 19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1" y="0"/>
            <a:ext cx="4405568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</a:fld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851400" y="586740"/>
            <a:ext cx="6643944" cy="1653540"/>
          </a:xfrm>
        </p:spPr>
        <p:txBody>
          <a:bodyPr anchor="ctr">
            <a:normAutofit/>
          </a:bodyPr>
          <a:lstStyle>
            <a:lvl1pPr marL="285750" indent="-285750">
              <a:spcAft>
                <a:spcPts val="600"/>
              </a:spcAft>
              <a:buFont typeface="Arial" panose="020B060402020209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228600" indent="0"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800"/>
            </a:lvl4pPr>
            <a:lvl5pPr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</p:txBody>
      </p:sp>
      <p:sp>
        <p:nvSpPr>
          <p:cNvPr id="6" name="Table Placeholder 5"/>
          <p:cNvSpPr>
            <a:spLocks noGrp="1"/>
          </p:cNvSpPr>
          <p:nvPr>
            <p:ph type="tbl" sz="quarter" idx="13" hasCustomPrompt="1"/>
          </p:nvPr>
        </p:nvSpPr>
        <p:spPr>
          <a:xfrm>
            <a:off x="4851400" y="2495074"/>
            <a:ext cx="6643944" cy="3776186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90204" pitchFamily="34" charset="0"/>
              <a:buChar char="•"/>
              <a:defRPr/>
            </a:pPr>
            <a:r>
              <a:rPr lang="en-US"/>
              <a:t>Click icon to add table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 userDrawn="1"/>
        </p:nvSpPr>
        <p:spPr>
          <a:xfrm>
            <a:off x="0" y="0"/>
            <a:ext cx="6502400" cy="6858000"/>
          </a:xfrm>
          <a:prstGeom prst="rt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</a:fld>
            <a:endParaRPr lang="en-US" dirty="0"/>
          </a:p>
        </p:txBody>
      </p:sp>
      <p:sp>
        <p:nvSpPr>
          <p:cNvPr id="24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305842" y="867412"/>
            <a:ext cx="3196558" cy="5123178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1800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753224" y="867412"/>
            <a:ext cx="4742119" cy="5123178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1800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11405238" y="-4"/>
            <a:ext cx="78676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0"/>
            <a:ext cx="3063238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</a:fld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3489960" y="892175"/>
            <a:ext cx="7482839" cy="5073650"/>
          </a:xfrm>
          <a:effectLst/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1pPr>
            <a:lvl2pPr marL="22860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2pPr>
            <a:lvl3pPr marL="45720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3pPr>
            <a:lvl4pPr marL="68580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4pPr>
            <a:lvl5pPr marL="91440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/>
          <p:cNvSpPr/>
          <p:nvPr userDrawn="1"/>
        </p:nvSpPr>
        <p:spPr>
          <a:xfrm>
            <a:off x="0" y="-5"/>
            <a:ext cx="1445866" cy="6858000"/>
          </a:xfrm>
          <a:custGeom>
            <a:avLst/>
            <a:gdLst>
              <a:gd name="connsiteX0" fmla="*/ 605303 w 1445866"/>
              <a:gd name="connsiteY0" fmla="*/ 6858000 h 6858000"/>
              <a:gd name="connsiteX1" fmla="*/ 233348 w 1445866"/>
              <a:gd name="connsiteY1" fmla="*/ 6858000 h 6858000"/>
              <a:gd name="connsiteX2" fmla="*/ 0 w 1445866"/>
              <a:gd name="connsiteY2" fmla="*/ 6858000 h 6858000"/>
              <a:gd name="connsiteX3" fmla="*/ 0 w 1445866"/>
              <a:gd name="connsiteY3" fmla="*/ 0 h 6858000"/>
              <a:gd name="connsiteX4" fmla="*/ 233348 w 1445866"/>
              <a:gd name="connsiteY4" fmla="*/ 0 h 6858000"/>
              <a:gd name="connsiteX5" fmla="*/ 605299 w 1445866"/>
              <a:gd name="connsiteY5" fmla="*/ 0 h 6858000"/>
              <a:gd name="connsiteX6" fmla="*/ 610635 w 1445866"/>
              <a:gd name="connsiteY6" fmla="*/ 1372 h 6858000"/>
              <a:gd name="connsiteX7" fmla="*/ 1445866 w 1445866"/>
              <a:gd name="connsiteY7" fmla="*/ 1136650 h 6858000"/>
              <a:gd name="connsiteX8" fmla="*/ 719850 w 1445866"/>
              <a:gd name="connsiteY8" fmla="*/ 2231955 h 6858000"/>
              <a:gd name="connsiteX9" fmla="*/ 555970 w 1445866"/>
              <a:gd name="connsiteY9" fmla="*/ 2282826 h 6858000"/>
              <a:gd name="connsiteX10" fmla="*/ 719850 w 1445866"/>
              <a:gd name="connsiteY10" fmla="*/ 2333697 h 6858000"/>
              <a:gd name="connsiteX11" fmla="*/ 1445866 w 1445866"/>
              <a:gd name="connsiteY11" fmla="*/ 3429001 h 6858000"/>
              <a:gd name="connsiteX12" fmla="*/ 719850 w 1445866"/>
              <a:gd name="connsiteY12" fmla="*/ 4524306 h 6858000"/>
              <a:gd name="connsiteX13" fmla="*/ 555972 w 1445866"/>
              <a:gd name="connsiteY13" fmla="*/ 4575176 h 6858000"/>
              <a:gd name="connsiteX14" fmla="*/ 719850 w 1445866"/>
              <a:gd name="connsiteY14" fmla="*/ 4626047 h 6858000"/>
              <a:gd name="connsiteX15" fmla="*/ 1445866 w 1445866"/>
              <a:gd name="connsiteY15" fmla="*/ 5721351 h 6858000"/>
              <a:gd name="connsiteX16" fmla="*/ 610635 w 1445866"/>
              <a:gd name="connsiteY16" fmla="*/ 685662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445866" h="6858000">
                <a:moveTo>
                  <a:pt x="605303" y="6858000"/>
                </a:moveTo>
                <a:lnTo>
                  <a:pt x="233348" y="6858000"/>
                </a:lnTo>
                <a:lnTo>
                  <a:pt x="0" y="6858000"/>
                </a:lnTo>
                <a:lnTo>
                  <a:pt x="0" y="0"/>
                </a:lnTo>
                <a:lnTo>
                  <a:pt x="233348" y="0"/>
                </a:lnTo>
                <a:lnTo>
                  <a:pt x="605299" y="0"/>
                </a:lnTo>
                <a:lnTo>
                  <a:pt x="610635" y="1372"/>
                </a:lnTo>
                <a:cubicBezTo>
                  <a:pt x="1094526" y="151878"/>
                  <a:pt x="1445866" y="603234"/>
                  <a:pt x="1445866" y="1136650"/>
                </a:cubicBezTo>
                <a:cubicBezTo>
                  <a:pt x="1445866" y="1629034"/>
                  <a:pt x="1146499" y="2051497"/>
                  <a:pt x="719850" y="2231955"/>
                </a:cubicBezTo>
                <a:lnTo>
                  <a:pt x="555970" y="2282826"/>
                </a:lnTo>
                <a:lnTo>
                  <a:pt x="719850" y="2333697"/>
                </a:lnTo>
                <a:cubicBezTo>
                  <a:pt x="1146499" y="2514154"/>
                  <a:pt x="1445866" y="2936617"/>
                  <a:pt x="1445866" y="3429001"/>
                </a:cubicBezTo>
                <a:cubicBezTo>
                  <a:pt x="1445866" y="3921385"/>
                  <a:pt x="1146499" y="4343848"/>
                  <a:pt x="719850" y="4524306"/>
                </a:cubicBezTo>
                <a:lnTo>
                  <a:pt x="555972" y="4575176"/>
                </a:lnTo>
                <a:lnTo>
                  <a:pt x="719850" y="4626047"/>
                </a:lnTo>
                <a:cubicBezTo>
                  <a:pt x="1146499" y="4806504"/>
                  <a:pt x="1445866" y="5228967"/>
                  <a:pt x="1445866" y="5721351"/>
                </a:cubicBezTo>
                <a:cubicBezTo>
                  <a:pt x="1445866" y="6254767"/>
                  <a:pt x="1094526" y="6706123"/>
                  <a:pt x="610635" y="6856629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Freeform: Shape 2"/>
          <p:cNvSpPr/>
          <p:nvPr userDrawn="1"/>
        </p:nvSpPr>
        <p:spPr>
          <a:xfrm rot="10800000">
            <a:off x="10746134" y="-4"/>
            <a:ext cx="1445866" cy="6858000"/>
          </a:xfrm>
          <a:custGeom>
            <a:avLst/>
            <a:gdLst>
              <a:gd name="connsiteX0" fmla="*/ 605303 w 1445866"/>
              <a:gd name="connsiteY0" fmla="*/ 6858000 h 6858000"/>
              <a:gd name="connsiteX1" fmla="*/ 233348 w 1445866"/>
              <a:gd name="connsiteY1" fmla="*/ 6858000 h 6858000"/>
              <a:gd name="connsiteX2" fmla="*/ 0 w 1445866"/>
              <a:gd name="connsiteY2" fmla="*/ 6858000 h 6858000"/>
              <a:gd name="connsiteX3" fmla="*/ 0 w 1445866"/>
              <a:gd name="connsiteY3" fmla="*/ 0 h 6858000"/>
              <a:gd name="connsiteX4" fmla="*/ 233348 w 1445866"/>
              <a:gd name="connsiteY4" fmla="*/ 0 h 6858000"/>
              <a:gd name="connsiteX5" fmla="*/ 605299 w 1445866"/>
              <a:gd name="connsiteY5" fmla="*/ 0 h 6858000"/>
              <a:gd name="connsiteX6" fmla="*/ 610635 w 1445866"/>
              <a:gd name="connsiteY6" fmla="*/ 1372 h 6858000"/>
              <a:gd name="connsiteX7" fmla="*/ 1445866 w 1445866"/>
              <a:gd name="connsiteY7" fmla="*/ 1136650 h 6858000"/>
              <a:gd name="connsiteX8" fmla="*/ 719850 w 1445866"/>
              <a:gd name="connsiteY8" fmla="*/ 2231955 h 6858000"/>
              <a:gd name="connsiteX9" fmla="*/ 555970 w 1445866"/>
              <a:gd name="connsiteY9" fmla="*/ 2282826 h 6858000"/>
              <a:gd name="connsiteX10" fmla="*/ 719850 w 1445866"/>
              <a:gd name="connsiteY10" fmla="*/ 2333697 h 6858000"/>
              <a:gd name="connsiteX11" fmla="*/ 1445866 w 1445866"/>
              <a:gd name="connsiteY11" fmla="*/ 3429001 h 6858000"/>
              <a:gd name="connsiteX12" fmla="*/ 719850 w 1445866"/>
              <a:gd name="connsiteY12" fmla="*/ 4524306 h 6858000"/>
              <a:gd name="connsiteX13" fmla="*/ 555972 w 1445866"/>
              <a:gd name="connsiteY13" fmla="*/ 4575176 h 6858000"/>
              <a:gd name="connsiteX14" fmla="*/ 719850 w 1445866"/>
              <a:gd name="connsiteY14" fmla="*/ 4626047 h 6858000"/>
              <a:gd name="connsiteX15" fmla="*/ 1445866 w 1445866"/>
              <a:gd name="connsiteY15" fmla="*/ 5721351 h 6858000"/>
              <a:gd name="connsiteX16" fmla="*/ 610635 w 1445866"/>
              <a:gd name="connsiteY16" fmla="*/ 685662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445866" h="6858000">
                <a:moveTo>
                  <a:pt x="605303" y="6858000"/>
                </a:moveTo>
                <a:lnTo>
                  <a:pt x="233348" y="6858000"/>
                </a:lnTo>
                <a:lnTo>
                  <a:pt x="0" y="6858000"/>
                </a:lnTo>
                <a:lnTo>
                  <a:pt x="0" y="0"/>
                </a:lnTo>
                <a:lnTo>
                  <a:pt x="233348" y="0"/>
                </a:lnTo>
                <a:lnTo>
                  <a:pt x="605299" y="0"/>
                </a:lnTo>
                <a:lnTo>
                  <a:pt x="610635" y="1372"/>
                </a:lnTo>
                <a:cubicBezTo>
                  <a:pt x="1094526" y="151878"/>
                  <a:pt x="1445866" y="603234"/>
                  <a:pt x="1445866" y="1136650"/>
                </a:cubicBezTo>
                <a:cubicBezTo>
                  <a:pt x="1445866" y="1629034"/>
                  <a:pt x="1146499" y="2051497"/>
                  <a:pt x="719850" y="2231955"/>
                </a:cubicBezTo>
                <a:lnTo>
                  <a:pt x="555970" y="2282826"/>
                </a:lnTo>
                <a:lnTo>
                  <a:pt x="719850" y="2333697"/>
                </a:lnTo>
                <a:cubicBezTo>
                  <a:pt x="1146499" y="2514154"/>
                  <a:pt x="1445866" y="2936617"/>
                  <a:pt x="1445866" y="3429001"/>
                </a:cubicBezTo>
                <a:cubicBezTo>
                  <a:pt x="1445866" y="3921385"/>
                  <a:pt x="1146499" y="4343848"/>
                  <a:pt x="719850" y="4524306"/>
                </a:cubicBezTo>
                <a:lnTo>
                  <a:pt x="555972" y="4575176"/>
                </a:lnTo>
                <a:lnTo>
                  <a:pt x="719850" y="4626047"/>
                </a:lnTo>
                <a:cubicBezTo>
                  <a:pt x="1146499" y="4806504"/>
                  <a:pt x="1445866" y="5228967"/>
                  <a:pt x="1445866" y="5721351"/>
                </a:cubicBezTo>
                <a:cubicBezTo>
                  <a:pt x="1445866" y="6254767"/>
                  <a:pt x="1094526" y="6706123"/>
                  <a:pt x="610635" y="6856629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9683717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9683717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 userDrawn="1"/>
        </p:nvGrpSpPr>
        <p:grpSpPr>
          <a:xfrm>
            <a:off x="2517792" y="1543050"/>
            <a:ext cx="7165925" cy="3771900"/>
            <a:chOff x="2517792" y="1651000"/>
            <a:chExt cx="7165925" cy="3771900"/>
          </a:xfrm>
        </p:grpSpPr>
        <p:cxnSp>
          <p:nvCxnSpPr>
            <p:cNvPr id="12" name="Straight Connector 11"/>
            <p:cNvCxnSpPr/>
            <p:nvPr userDrawn="1"/>
          </p:nvCxnSpPr>
          <p:spPr>
            <a:xfrm>
              <a:off x="2527301" y="16510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2517792" y="54229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27301" y="1786423"/>
            <a:ext cx="7156415" cy="1740548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1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3521271" y="3670658"/>
            <a:ext cx="5149459" cy="1510939"/>
          </a:xfrm>
        </p:spPr>
        <p:txBody>
          <a:bodyPr lIns="182880">
            <a:no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228600" indent="0" algn="ctr">
              <a:buNone/>
              <a:defRPr sz="2000"/>
            </a:lvl2pPr>
            <a:lvl3pPr marL="457200" indent="0" algn="ctr">
              <a:buNone/>
              <a:defRPr sz="2000"/>
            </a:lvl3pPr>
            <a:lvl4pPr marL="685800" indent="0" algn="ctr">
              <a:buNone/>
              <a:defRPr sz="2000"/>
            </a:lvl4pPr>
            <a:lvl5pPr marL="914400" indent="0" algn="ctr"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noFill/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F9B8B6D2-5532-4B59-9C5A-AB106F128946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9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9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9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9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9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318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63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9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9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Description="Create a new document." ma:contentTypeID="0x01010079F111ED35F8CC479449609E8A0923A6" ma:versionID="60f5a4f2d2b0abadcf532d48ebf9cb71" ma:contentTypeVersion="28" ma:contentTypeScope="">
  <xsd:schema xmlns:ns1="http://schemas.microsoft.com/sharepoint/v3" xmlns:p="http://schemas.microsoft.com/office/2006/metadata/properties" xmlns:ns2="71af3243-3dd4-4a8d-8c0d-dd76da1f02a5" xmlns:ns3="16c05727-aa75-4e4a-9b5f-8a80a1165891" xmlns:ns4="230e9df3-be65-4c73-a93b-d1236ebd677e" xmlns:xsd="http://www.w3.org/2001/XMLSchema" xmlns:xs="http://www.w3.org/2001/XMLSchema" targetNamespace="http://schemas.microsoft.com/office/2006/metadata/properties" ns1:_="" ns3:_="" ma:root="true" ma:fieldsID="7dd78129e6a1811f84807ad11c651531" ns2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pc="http://schemas.microsoft.com/office/infopath/2007/PartnerControls" xmlns:xsd="http://www.w3.org/2001/XMLSchema" xmlns:xs="http://www.w3.org/2001/XMLSchema" xmlns:dms="http://schemas.microsoft.com/office/2006/documentManagement/type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ma:displayName="Unified Compliance Policy Properties" ma:hidden="true" ma:readOnly="false" ma:internalName="_ip_UnifiedCompliancePolicyProperties" nillable="true">
      <xsd:simpleType>
        <xsd:restriction base="dms:Note"/>
      </xsd:simpleType>
    </xsd:element>
    <xsd:element name="_ip_UnifiedCompliancePolicyUIAction" ma:index="21" ma:displayName="Unified Compliance Policy UI Action" ma:hidden="true" ma:readOnly="false" ma:internalName="_ip_UnifiedCompliancePolicyUIAction" nillable="true">
      <xsd:simpleType>
        <xsd:restriction base="dms:Text"/>
      </xsd:simpleType>
    </xsd:element>
  </xsd:schema>
  <xsd:schema xmlns:pc="http://schemas.microsoft.com/office/infopath/2007/PartnerControls" xmlns:xsd="http://www.w3.org/2001/XMLSchema" xmlns:xs="http://www.w3.org/2001/XMLSchema" xmlns:dms="http://schemas.microsoft.com/office/2006/documentManagement/type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ma:format="Dropdown" ma:displayName="Status" ma:readOnly="false" ma:default="Not started" ma:internalName="Status" nillable="tru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ma:format="Image" ma:displayName="Image" ma:readOnly="false" ma:internalName="Image" nillable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ma:displayName="MediaServiceMetadata" ma:hidden="true" ma:readOnly="true" ma:internalName="MediaServiceMetadata" nillable="true">
      <xsd:simpleType>
        <xsd:restriction base="dms:Note"/>
      </xsd:simpleType>
    </xsd:element>
    <xsd:element name="MediaServiceFastMetadata" ma:index="9" ma:displayName="MediaServiceFastMetadata" ma:hidden="true" ma:readOnly="true" ma:internalName="MediaServiceFastMetadata" nillable="true">
      <xsd:simpleType>
        <xsd:restriction base="dms:Note"/>
      </xsd:simpleType>
    </xsd:element>
    <xsd:element name="MediaServiceOCR" ma:index="10" ma:displayName="MediaServiceOCR" ma:hidden="true" ma:readOnly="true" ma:internalName="MediaServiceOCR" nillable="true">
      <xsd:simpleType>
        <xsd:restriction base="dms:Note"/>
      </xsd:simpleType>
    </xsd:element>
    <xsd:element name="MediaServiceAutoTags" ma:index="11" ma:displayName="MediaServiceAutoTags" ma:hidden="true" ma:readOnly="true" ma:internalName="MediaServiceAutoTags" nillable="true">
      <xsd:simpleType>
        <xsd:restriction base="dms:Text"/>
      </xsd:simpleType>
    </xsd:element>
    <xsd:element name="MediaServiceEventHashCode" ma:index="12" ma:displayName="MediaServiceEventHashCode" ma:hidden="true" ma:readOnly="true" ma:internalName="MediaServiceEventHashCode" nillable="true">
      <xsd:simpleType>
        <xsd:restriction base="dms:Text"/>
      </xsd:simpleType>
    </xsd:element>
    <xsd:element name="MediaServiceGenerationTime" ma:index="13" ma:displayName="MediaServiceGenerationTime" ma:hidden="true" ma:readOnly="true" ma:internalName="MediaServiceGenerationTime" nillable="true">
      <xsd:simpleType>
        <xsd:restriction base="dms:Text"/>
      </xsd:simpleType>
    </xsd:element>
    <xsd:element name="MediaServiceAutoKeyPoints" ma:index="16" ma:displayName="MediaServiceAutoKeyPoints" ma:hidden="true" ma:readOnly="true" ma:internalName="MediaServiceAutoKeyPoints" nillable="true">
      <xsd:simpleType>
        <xsd:restriction base="dms:Note"/>
      </xsd:simpleType>
    </xsd:element>
    <xsd:element name="MediaServiceKeyPoints" ma:index="17" ma:displayName="KeyPoints" ma:hidden="true" ma:readOnly="false" ma:internalName="MediaServiceKeyPoints" nillable="true">
      <xsd:simpleType>
        <xsd:restriction base="dms:Note"/>
      </xsd:simpleType>
    </xsd:element>
    <xsd:element name="MediaServiceDateTaken" ma:index="18" ma:displayName="MediaServiceDateTaken" ma:hidden="true" ma:readOnly="true" ma:internalName="MediaServiceDateTaken" nillable="true">
      <xsd:simpleType>
        <xsd:restriction base="dms:Text"/>
      </xsd:simpleType>
    </xsd:element>
    <xsd:element name="ImageTagsTaxHTField" ma:index="25" ma:fieldId="{5cf76f15-5ced-4ddc-b409-7134ff3c332f}" ma:open="true" ma:displayName="Image Tags" ma:taxonomyFieldName="MediaServiceImageTags" ma:anchorId="fba54fb3-c3e1-fe81-a776-ca4b69148c4d" ma:readOnly="false" ma:taxonomy="true" ma:internalName="ImageTagsTaxHTField" ma:taxonomyMulti="true" ma:isKeyword="false" nillable="true" ma:termSetId="09814cd3-568e-fe90-9814-8d621ff8fb84" ma:sspId="e385fb40-52d4-4fae-9c5b-3e8ff8a5878e">
      <xsd:complexType>
        <xsd:sequence>
          <xsd:element ref="pc:Terms" maxOccurs="1" minOccurs="0"/>
        </xsd:sequence>
      </xsd:complexType>
    </xsd:element>
    <xsd:element name="MediaServiceLocation" ma:index="26" ma:displayName="Location" ma:hidden="true" ma:readOnly="true" ma:internalName="MediaServiceLocation" nillable="true">
      <xsd:simpleType>
        <xsd:restriction base="dms:Text"/>
      </xsd:simpleType>
    </xsd:element>
    <xsd:element name="MediaLengthInSeconds" ma:index="27" ma:displayName="MediaLengthInSeconds" ma:hidden="true" ma:readOnly="true" ma:internalName="MediaLengthInSeconds" nillable="true">
      <xsd:simpleType>
        <xsd:restriction base="dms:Unknown"/>
      </xsd:simpleType>
    </xsd:element>
    <xsd:element name="Background" ma:index="28" ma:format="Dropdown" ma:displayName="Background" ma:default="0" ma:internalName="Background" nillable="true">
      <xsd:simpleType>
        <xsd:restriction base="dms:Boolean"/>
      </xsd:simpleType>
    </xsd:element>
    <xsd:element name="MediaServiceSearchProperties" ma:index="29" ma:displayName="MediaServiceSearchProperties" ma:hidden="true" ma:readOnly="true" ma:internalName="MediaServiceSearchProperties" nillable="true">
      <xsd:simpleType>
        <xsd:restriction base="dms:Note"/>
      </xsd:simpleType>
    </xsd:element>
    <xsd:element name="MediaServiceDocTags" ma:index="30" ma:displayName="MediaServiceDocTags" ma:hidden="true" ma:readOnly="true" ma:internalName="MediaServiceDocTags" nillable="true">
      <xsd:simpleType>
        <xsd:restriction base="dms:Note"/>
      </xsd:simpleType>
    </xsd:element>
    <xsd:element name="MediaServiceObjectDetectorVersions" ma:index="31" ma:displayName="MediaServiceObjectDetectorVersions" ma:indexed="true" ma:description="" ma:hidden="true" ma:readOnly="true" ma:internalName="MediaServiceObjectDetectorVersions" nillable="true">
      <xsd:simpleType>
        <xsd:restriction base="dms:Text"/>
      </xsd:simpleType>
    </xsd:element>
    <xsd:element name="MediaServiceSystemTags" ma:index="32" ma:displayName="MediaServiceSystemTags" ma:hidden="true" ma:readOnly="true" ma:internalName="MediaServiceSystemTags" nillable="true">
      <xsd:simpleType>
        <xsd:restriction base="dms:Note"/>
      </xsd:simpleType>
    </xsd:element>
  </xsd:schema>
  <xsd:schema xmlns:pc="http://schemas.microsoft.com/office/infopath/2007/PartnerControls" xmlns:xsd="http://www.w3.org/2001/XMLSchema" xmlns:xs="http://www.w3.org/2001/XMLSchema" xmlns:dms="http://schemas.microsoft.com/office/2006/documentManagement/type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ma:displayName="Shared With" ma:hidden="true" ma:readOnly="true" ma:internalName="SharedWithUsers" nillable="true">
      <xsd:complexType>
        <xsd:complexContent>
          <xsd:extension base="dms:UserMulti">
            <xsd:sequence>
              <xsd:element name="UserInfo" maxOccurs="unbounded" minOccurs="0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ma:displayName="Shared With Details" ma:hidden="true" ma:readOnly="true" ma:internalName="SharedWithDetails" nillable="true">
      <xsd:simpleType>
        <xsd:restriction base="dms:Note"/>
      </xsd:simpleType>
    </xsd:element>
  </xsd:schema>
  <xsd:schema xmlns:pc="http://schemas.microsoft.com/office/infopath/2007/PartnerControls" xmlns:xsd="http://www.w3.org/2001/XMLSchema" xmlns:xs="http://www.w3.org/2001/XMLSchema" xmlns:dms="http://schemas.microsoft.com/office/2006/documentManagement/type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ma:list="{3f6bfcbc-3db3-4ae6-bd76-326f0798ad28}" ma:displayName="Taxonomy Catch All Column" ma:hidden="true" ma:readOnly="false" ma:web="16c05727-aa75-4e4a-9b5f-8a80a1165891" ma:showField="CatchAllData" ma:internalName="TaxCatchAll" nillable="tru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dc="http://purl.org/dc/elements/1.1/" xmlns:odoc="http://schemas.microsoft.com/internal/obd" xmlns:xsd="http://www.w3.org/2001/XMLSchema" xmlns="http://schemas.openxmlformats.org/package/2006/metadata/core-properties" xmlns:dcterms="http://purl.org/dc/terms/" xmlns:xsi="http://www.w3.org/2001/XMLSchema-instance" targetNamespace="http://schemas.openxmlformats.org/package/2006/metadata/core-properties" attributeFormDefault="unqualified" elementFormDefault="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axOccurs="1" minOccurs="0"/>
        <xsd:element ref="dcterms:created" maxOccurs="1" minOccurs="0"/>
        <xsd:element ref="dc:identifier" maxOccurs="1" minOccurs="0"/>
        <xsd:element name="contentType" ma:displayName="Content Type" maxOccurs="1" type="xsd:string" minOccurs="0"/>
        <xsd:element ref="dc:title" ma:index="1" ma:displayName="Title" maxOccurs="1" minOccurs="0"/>
        <xsd:element ref="dc:subject" maxOccurs="1" minOccurs="0"/>
        <xsd:element ref="dc:description" maxOccurs="1" minOccurs="0"/>
        <xsd:element name="keywords" maxOccurs="1" type="xsd:string" minOccurs="0"/>
        <xsd:element ref="dc:language" maxOccurs="1" minOccurs="0"/>
        <xsd:element name="category" maxOccurs="1" type="xsd:string" minOccurs="0"/>
        <xsd:element name="version" maxOccurs="1" type="xsd:string" minOccurs="0"/>
        <xsd:element name="revision" maxOccurs="1" type="xsd:string" minOccurs="0">
          <xsd:annotation>
            <xsd:documentation>
                        This value indicates the number of saves or revisions. The application is responsible for updating this value after each revision.
                    </xsd:documentation>
          </xsd:annotation>
        </xsd:element>
        <xsd:element name="lastModifiedBy" maxOccurs="1" type="xsd:string" minOccurs="0"/>
        <xsd:element ref="dcterms:modified" maxOccurs="1" minOccurs="0"/>
        <xsd:element name="contentStatus" maxOccurs="1" type="xsd:string" minOccurs="0"/>
      </xsd:all>
    </xsd:complexType>
  </xsd:schema>
  <xs:schema xmlns:pc="http://schemas.microsoft.com/office/infopath/2007/PartnerControls" xmlns:xs="http://www.w3.org/2001/XMLSchema" targetNamespace="http://schemas.microsoft.com/office/infopath/2007/PartnerControls" attributeFormDefault="unqualified" elementFormDefault="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axOccurs="unbounded" minOccurs="0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axOccurs="unbounded" minOccurs="0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c="http://schemas.microsoft.com/office/infopath/2007/PartnerControls" xmlns:p="http://schemas.microsoft.com/office/2006/metadata/properties" xmlns:xsi="http://www.w3.org/2001/XMLSchema-instance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C2A85E2-5219-4B5F-9D52-D97CA94AAB32}">
  <ds:schemaRefs/>
</ds:datastoreItem>
</file>

<file path=customXml/itemProps2.xml><?xml version="1.0" encoding="utf-8"?>
<ds:datastoreItem xmlns:ds="http://schemas.openxmlformats.org/officeDocument/2006/customXml" ds:itemID="{F5C14155-A57F-48FA-B253-A79CB6269DDC}">
  <ds:schemaRefs/>
</ds:datastoreItem>
</file>

<file path=customXml/itemProps3.xml><?xml version="1.0" encoding="utf-8"?>
<ds:datastoreItem xmlns:ds="http://schemas.openxmlformats.org/officeDocument/2006/customXml" ds:itemID="{89316C43-4A17-4971-BB8F-F0F6B8CDF2E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Widescreen</PresentationFormat>
  <Paragraphs>0</Paragraphs>
  <Slides>0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14" baseType="lpstr">
      <vt:lpstr>Arial</vt:lpstr>
      <vt:lpstr>宋体</vt:lpstr>
      <vt:lpstr>Wingdings</vt:lpstr>
      <vt:lpstr>宋体</vt:lpstr>
      <vt:lpstr>Arial Unicode MS</vt:lpstr>
      <vt:lpstr>Gill Sans MT</vt:lpstr>
      <vt:lpstr>苹方-简</vt:lpstr>
      <vt:lpstr>Calibri</vt:lpstr>
      <vt:lpstr>Helvetica Neue</vt:lpstr>
      <vt:lpstr>Aptos</vt:lpstr>
      <vt:lpstr>汉仪书宋二KW</vt:lpstr>
      <vt:lpstr>华文中宋</vt:lpstr>
      <vt:lpstr>Wingdings</vt:lpstr>
      <vt:lpstr>Parcel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 speaking solutions</dc:title>
  <dc:creator/>
  <cp:lastModifiedBy>wqdeng</cp:lastModifiedBy>
  <cp:revision>11</cp:revision>
  <dcterms:created xsi:type="dcterms:W3CDTF">2025-08-16T09:54:50Z</dcterms:created>
  <dcterms:modified xsi:type="dcterms:W3CDTF">2025-08-16T09:54:50Z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ICV">
    <vt:lpwstr>A84C853B0C8DBEE90948A068ABF889CD_42</vt:lpwstr>
  </property>
  <property fmtid="{D5CDD505-2E9C-101B-9397-08002B2CF9AE}" pid="5" name="KSOProductBuildVer">
    <vt:lpwstr>2052-12.1.22218.22218</vt:lpwstr>
  </property>
</Properties>
</file>